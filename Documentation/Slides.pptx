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5db01409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5db01409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e650740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e650740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e6507409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e6507409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15db0140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15db0140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91b3fd39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91b3fd3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e6507409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e6507409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91b3fd39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091b3fd39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5db01409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15db01409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5db01409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15db01409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15db0140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15db0140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15db01409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15db0140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15db01409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15db0140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15db01409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15db01409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5db01409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15db01409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15db01409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15db01409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5fcwiLssc-RJOKAptCoZILWpsWyWpoIa/view" TargetMode="External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MOK0tWyj9btHWnu-8EDH_ierOV-HcHGC/view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שידור מידע בין 2 מחשבים באמצעות מצלמה ו-QR Codes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סדנה בתקשורת מחשבים</a:t>
            </a:r>
            <a:endParaRPr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20588, 2021ג'</a:t>
            </a:r>
            <a:endParaRPr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דיאנה כהן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רקע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חשיבות היכולת לתקשר ללא חיבור לאינטרנט, וללא WIFI - למשל במהלך טיסה, או באזורים ללא קליטה. 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ניצול משאבים קיימים ונגישים כגון מצלמות, בעיקר בעידן טלפונים חכמים.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חשיבות לימודית - הבנה מעמיקה של פעולת התקשורת ומימוש של פרוטוקול.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דרישות הפר</a:t>
            </a:r>
            <a:r>
              <a:rPr lang="en-GB"/>
              <a:t>ויקט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בהינתן 2 מחשבים שלכל אחד מהם מצלמה, כאשר המצלמה של כל אחד מהם מכוונת למסך של המחשב השני. 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בפרויקט זה, יעשה ניסיון לשדר קובץ בין 2 המחשבים ע"י הקרנת תוכנו בחלקים באמצעות QR Codes. כל QR Code יכול לייצג כ-40 תווים (תלוי בגרסה). 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ברגע שהמצלמה של מחשב אחד תזהה QR Code שמוקרן על המסך ממול, היא תפענח את תוכנו וכך ישודר תוכנו של הקובץ בין המחשבים. 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צריך יהיה לבצע calibration לשני המחשבים כך שהקרנת QR Code תיקלט היטב במצלמה של המחשב ממול.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תקציר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אפליקציית שרת-לקוח, בה הלקוח מבקש מהשרת להעביר בתקשורת את קובץ המקור שנמצא על השרת אל קובץ היעד שיווצר אצל הלקוח.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שירות מקושר עם אישורים (Acknowledged connection-oriented service). 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מימוש המזכיר את פרוטוקול 3 לשכבת הערוץ (מקורס מבוא לרשתות תקשורת מחשבים). 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מערכת הפעלה UBUNTU 20.04.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תכנות בשפת GO החדשנית.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שימוש בספריות צד שלישי לצורכי עבודה עם QR Codes והמצלמה.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ספריות צד שלישי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QR code encoder: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$ </a:t>
            </a:r>
            <a:r>
              <a:rPr lang="en-GB"/>
              <a:t>g</a:t>
            </a:r>
            <a:r>
              <a:rPr lang="en-GB"/>
              <a:t>o get github.com/skip2/go-qrcode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Webcam capture frame into single image: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$ go get github.com/blackjack/webcam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QR code decoder: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$ </a:t>
            </a:r>
            <a:r>
              <a:rPr lang="en-GB"/>
              <a:t>g</a:t>
            </a:r>
            <a:r>
              <a:rPr lang="en-GB"/>
              <a:t>o get github.com/liyue201/goqr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תכנון הפתרון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הקמת קשר:</a:t>
            </a:r>
            <a:endParaRPr/>
          </a:p>
          <a:p>
            <a:pPr indent="-300037" lvl="0" marL="457200" rtl="1" algn="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השרת עולה ושולח הודעת אתחול - למשל כתובת ה-IP שלו.</a:t>
            </a:r>
            <a:endParaRPr/>
          </a:p>
          <a:p>
            <a:pPr indent="-300037" lvl="0" marL="457200" rtl="1" algn="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הלקוח עולה, קורא את ההודעה של השרת, ובתגובה שולח הודעת אתחול משלו - נתיב הקובץ המבוקש מהשרת וגודל החוצץ של הלקוח.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ניהול הקשר - דומה לפרוטוקול 3:</a:t>
            </a:r>
            <a:endParaRPr/>
          </a:p>
          <a:p>
            <a:pPr indent="-300037" lvl="0" marL="457200" rtl="1" algn="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הודעות אלה מכילות מספור המנה (0 ו-1 לסירוגין) בבית הראשון ואחריו את תוכן המנה.</a:t>
            </a:r>
            <a:endParaRPr/>
          </a:p>
          <a:p>
            <a:pPr indent="-300037" lvl="0" marL="457200" rtl="1" algn="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השרת קורא את קובץ המקור לפי גודל החוצץ, מחולל </a:t>
            </a:r>
            <a:r>
              <a:rPr lang="en-GB"/>
              <a:t>QR Code</a:t>
            </a:r>
            <a:r>
              <a:rPr lang="en-GB"/>
              <a:t> המכיל מספור ותוכן ומציג אותו. אין שידור חוזר, כיוון שהקוד ימשיך להיות מוצג.</a:t>
            </a:r>
            <a:endParaRPr/>
          </a:p>
          <a:p>
            <a:pPr indent="-300037" lvl="0" marL="457200" rtl="1" algn="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הלקוח סורק ומפענח את ה-</a:t>
            </a:r>
            <a:r>
              <a:rPr lang="en-GB"/>
              <a:t>QR Code</a:t>
            </a:r>
            <a:r>
              <a:rPr lang="en-GB"/>
              <a:t>. אם מדובר במספר מנה שהלקוח מצפה לקבל, אזי הוא שולח ACK (גם הוא בעצם QRCODE שמוצג).</a:t>
            </a:r>
            <a:endParaRPr/>
          </a:p>
          <a:p>
            <a:pPr indent="-300037" lvl="0" marL="457200" rtl="1" algn="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השרת סורק ומפענח את ה-</a:t>
            </a:r>
            <a:r>
              <a:rPr lang="en-GB"/>
              <a:t>QR Code</a:t>
            </a:r>
            <a:r>
              <a:rPr lang="en-GB"/>
              <a:t>. אם מדובר במספר ACK תואם למנה שנשלחה, השרת מתקדם לקריאת המנה הבאה מהקובץ.</a:t>
            </a:r>
            <a:endParaRPr/>
          </a:p>
          <a:p>
            <a:pPr indent="-300037" lvl="0" marL="457200" rtl="1" algn="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אם במהלך הקשר קוראת שגיאה אצל אחד הצדדים, הוא שולח הודעת ERR לצד השני ומסיים את הקשר (ללא המתנה לתגובה).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סיום הקשר:</a:t>
            </a:r>
            <a:endParaRPr/>
          </a:p>
          <a:p>
            <a:pPr indent="-300037" lvl="0" marL="457200" rtl="1" algn="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אם במהלך ניהול הקשר מתקבלת הודעת ERR אצל אחד מהצדדים, הקשר מנותק מיידית, כיוון שלא יגיעו הודעות נוספות.</a:t>
            </a:r>
            <a:endParaRPr/>
          </a:p>
          <a:p>
            <a:pPr indent="-300037" lvl="0" marL="457200" rtl="1" algn="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אם שידור הקובץ מסתיים בהצלחה, אזי השרת שולח הודעת FIN לניתוק הקשר, ומסיים את פעולתו. הלקוח יסיים גם הוא את פעולתו, כאשר יקבל את הודעת FIN.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תזכורת - פרוטוקול 3 לשכבת הערוץ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965915" cy="3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00" y="1152475"/>
            <a:ext cx="3999901" cy="2398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שלבי מימוש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שלב ראשון - תכנון התשתית עם תקשורת TCP בין הצדדים להעברת הקובץ.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שלב שני - בנוסף לתקשורת TCP דו כיוונית, הצגת ההודעה הנשלחת כ-QRCODE.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שלב שלישי - ניתוק ראשוני של ה-TCP: </a:t>
            </a:r>
            <a:endParaRPr/>
          </a:p>
          <a:p>
            <a:pPr indent="-317500" lvl="1" marL="914400" rtl="1" algn="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השרת שולח הודעה כ-QRCODE ומקבל ב-TCP.</a:t>
            </a:r>
            <a:endParaRPr/>
          </a:p>
          <a:p>
            <a:pPr indent="-317500" lvl="1" marL="914400" rtl="1" algn="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הלקוח סורק עם המצלמה את ה-</a:t>
            </a:r>
            <a:r>
              <a:rPr lang="en-GB"/>
              <a:t>QR Code</a:t>
            </a:r>
            <a:r>
              <a:rPr lang="en-GB"/>
              <a:t> (מקבל הודעה) ושולח ACK ב-TCP.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שלב סופי - ניתוק סופי של ה-TCP ומעבר לתווך דו כיווני של המצלמות.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תכנון בדיקות ודגשים במימוש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טיפול בשגיאות בכל מקום אפשרי.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הוספת הודעות בקרה עבור כל שלבי הריצה של התוכנית.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שליטה בהודעות בקרה ע"י קבוע הבקרה DEBUG.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הודעות בקרה בכניסה ויציאה מהפונקציות, בדומה ל-TRACE.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בדיקות תקינות עבודה מול תיקיות צד שלישי:</a:t>
            </a:r>
            <a:endParaRPr/>
          </a:p>
          <a:p>
            <a:pPr indent="-317500" lvl="1" marL="914400" rtl="1" algn="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כתיבת QR Code לתוך PNG ופענוח ממנו.</a:t>
            </a:r>
            <a:endParaRPr/>
          </a:p>
          <a:p>
            <a:pPr indent="-317500" lvl="1" marL="914400" rtl="1" algn="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שמירת FRAME בודד מהמצלמה לתוך PNG.</a:t>
            </a:r>
            <a:endParaRPr/>
          </a:p>
          <a:p>
            <a:pPr indent="-317500" lvl="1" marL="914400" rtl="1" algn="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לאחר סיום תקין של התווך, ניתוק עבודה מול קבצים.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הרצות שונות וכוונון של קבועים כגון זמן השהייה, כמות ניסיונות חוזרים וכו'.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זמן השהייה הולך וגדל כתלות של קבוע השהייה ומספר הניסיון, ובכך מונע תקיעה הדדית בגלל תזמון רע.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מבנה הפרויקט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תיקיית UTILS ובה UTILS.GO המכיל מימושים עיקריים של התשתית ופונקציות לשימוש חוזר עבור השרת והלקוח.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תיקיית CLIENT ובה CLIENT.GO להרצת צד הלקוח. זו היא גם תיקיית היעד עבור הקובץ.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תיקיית SERVER ובה SERVER.GO להרצת צד השרת. זו היא תיקיית המקור עבור קבצים הזמינים להעברה.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קבצי PNG בתיקיית הפרויקט הם תוצר הבדיקות מול ספריות צד שלישי. לא נחוצים לריצת הפרויקט.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3314700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הרצת הפרויקט מתוך ספריית הפרויקט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הרצת צד שרת - פרמטרים:</a:t>
            </a:r>
            <a:endParaRPr/>
          </a:p>
          <a:p>
            <a:pPr indent="-342900" lvl="0" marL="457200" rtl="1" algn="r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מצלמה של השרת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$ </a:t>
            </a:r>
            <a:r>
              <a:rPr lang="en-GB"/>
              <a:t>g</a:t>
            </a:r>
            <a:r>
              <a:rPr lang="en-GB"/>
              <a:t>o run server/server.go /dev/video2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הרצת צד לקוח - פרמטרים:</a:t>
            </a:r>
            <a:endParaRPr/>
          </a:p>
          <a:p>
            <a:pPr indent="-342900" lvl="0" marL="457200" rtl="1" algn="r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קובץ מקור להורדה מהשרת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קובץ יעד בצד הלקוח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גודל החוצץ של הלקוח - גודל ההודעה במספר הבתים שתשודר מהשרת ללקוח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מצלמה של הלקוח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$ </a:t>
            </a:r>
            <a:r>
              <a:rPr lang="en-GB"/>
              <a:t>g</a:t>
            </a:r>
            <a:r>
              <a:rPr lang="en-GB"/>
              <a:t>o run client/client.go server/data.txt client/client_copy.txt 10 /dev/video0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הדגמה בתמונות - הקמת הקשר ע"י החלפת הודעות אתחול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הרצת צד שרת ומיד אחריו הרצת צד לקוח. החלפת הודעות אתחול לצורך הקמת הקשר. </a:t>
            </a:r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87175"/>
            <a:ext cx="8520600" cy="248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הדגמה בתמונות - ניהול הקשר ע"י שידור הודעה וקבלת ACK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לצורכי הדגמה ובקרה - הדפסה למסך של הודעה יוצאת [MSG] המוקרנת כ-QR Code, הדפסה של הודעה נכנסת מהצד השני (ה-QR Code שפוענח מהמצלמה).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69900"/>
            <a:ext cx="8520600" cy="2498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הדגמה בתמונות - סיום הקשר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העברת הקובץ הושלמה בהצלחה - השרת סיים לקרוא קובץ, שולח הודעת FIN ובכך מסיים את הקשר מול הלקוח ומסיים את ריצתו. הלקוח מקבל הודעה זו ומסיים גם כן.</a:t>
            </a:r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67774"/>
            <a:ext cx="8520598" cy="2501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הדגמה על 2 מחשבים שונים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148" name="Google Shape;148;p27" title="VID_TransferQR_2comp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1461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הדגמה מתוך סביבת פיתוח על מחשב אחד המריץ 2 תוכניות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155" name="Google Shape;155;p28" title="VID_20220222_232159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1461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